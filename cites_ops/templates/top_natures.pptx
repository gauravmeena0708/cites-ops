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862ef6da34ab9" /><Relationship Type="http://schemas.openxmlformats.org/officeDocument/2006/relationships/extended-properties" Target="/docProps/app.xml" Id="R1b540dcbddb34ba2" /><Relationship Type="http://schemas.openxmlformats.org/officeDocument/2006/relationships/officeDocument" Target="/ppt/presentation.xml" Id="Redb0ea23378648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8e1ed999934bff"/>
  </p:sldMasterIdLst>
  <p:notesMasterIdLst>
    <p:notesMasterId xmlns:r="http://schemas.openxmlformats.org/officeDocument/2006/relationships" r:id="R082dd6c866074374"/>
  </p:notesMasterIdLst>
  <p:sldIdLst>
    <p:sldId xmlns:r="http://schemas.openxmlformats.org/officeDocument/2006/relationships" id="256" r:id="R631c69516ac049a8"/>
    <p:sldId xmlns:r="http://schemas.openxmlformats.org/officeDocument/2006/relationships" id="257" r:id="R2875bddfaee14e94"/>
    <p:sldId xmlns:r="http://schemas.openxmlformats.org/officeDocument/2006/relationships" id="258" r:id="R035d1fcd9c514b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f4fe20d75469f" /><Relationship Type="http://schemas.openxmlformats.org/officeDocument/2006/relationships/slideMaster" Target="/ppt/slideMasters/slideMaster1.xml" Id="R568e1ed999934bff" /><Relationship Type="http://schemas.openxmlformats.org/officeDocument/2006/relationships/notesMaster" Target="/ppt/notesMasters/notesMaster1.xml" Id="R082dd6c866074374" /><Relationship Type="http://schemas.openxmlformats.org/officeDocument/2006/relationships/presProps" Target="/ppt/presProps.xml" Id="R8025ec7aa00b4034" /><Relationship Type="http://schemas.openxmlformats.org/officeDocument/2006/relationships/viewProps" Target="/ppt/viewProps.xml" Id="R005f95a76659450c" /><Relationship Type="http://schemas.openxmlformats.org/officeDocument/2006/relationships/tableStyles" Target="/ppt/tableStyles.xml" Id="Rba3f189d61c848e7" /><Relationship Type="http://schemas.openxmlformats.org/officeDocument/2006/relationships/slide" Target="/ppt/slides/slide1.xml" Id="R631c69516ac049a8" /><Relationship Type="http://schemas.openxmlformats.org/officeDocument/2006/relationships/slide" Target="/ppt/slides/slide2.xml" Id="R2875bddfaee14e94" /><Relationship Type="http://schemas.openxmlformats.org/officeDocument/2006/relationships/slide" Target="/ppt/slides/slide3.xml" Id="R035d1fcd9c514b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ecb040ba9045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B1F4D"/>
      </a:dk1>
      <a:lt1>
        <a:srgbClr val="FFFFFF"/>
      </a:lt1>
      <a:dk2>
        <a:srgbClr val="34328C"/>
      </a:dk2>
      <a:lt2>
        <a:srgbClr val="F4F7FB"/>
      </a:lt2>
      <a:accent1>
        <a:srgbClr val="2F64E9"/>
      </a:accent1>
      <a:accent2>
        <a:srgbClr val="34328C"/>
      </a:accent2>
      <a:accent3>
        <a:srgbClr val="B77900"/>
      </a:accent3>
      <a:accent4>
        <a:srgbClr val="C9342F"/>
      </a:accent4>
      <a:accent5>
        <a:srgbClr val="008C95"/>
      </a:accent5>
      <a:accent6>
        <a:srgbClr val="65758B"/>
      </a:accent6>
      <a:hlink>
        <a:srgbClr val="2F64E9"/>
      </a:hlink>
      <a:folHlink>
        <a:srgbClr val="34328C"/>
      </a:folHlink>
    </a:clrScheme>
    <a:fontScheme name="Office">
      <a:majorFont>
        <a:latin typeface="Arial"/>
        <a:ea typeface="Arial"/>
        <a:cs typeface="Nirmala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Arial"/>
        <a:cs typeface="Nirmala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be2a0c0bd947a3" /><Relationship Type="http://schemas.openxmlformats.org/officeDocument/2006/relationships/notesMaster" Target="/ppt/notesMasters/notesMaster1.xml" Id="Rffa29b3bfa20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689bad59314f4a" /><Relationship Type="http://schemas.openxmlformats.org/officeDocument/2006/relationships/notesMaster" Target="/ppt/notesMasters/notesMaster1.xml" Id="R6bbb2bd62e9a46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e9aa3c6fef4daa" /><Relationship Type="http://schemas.openxmlformats.org/officeDocument/2006/relationships/notesMaster" Target="/ppt/notesMasters/notesMaster1.xml" Id="Rb2940a40c4be4d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CITES layout. All report content is supplied at generation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CITES layout. All report content is supplied at generation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CITES layout. All report content is supplied at generation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fb51b06794b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f6390107e4d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a704cc6b24f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355dabb8f40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43e49f29a45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6aa841071480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c0cfe2133460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a724cb8c44f3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2a8d4880045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6b875d1f648a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d8c1a08e741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BD3131-0E76-ADA5-1A7B-788E45E0467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4FD1AC2-98B1-AFFA-2F40-8559C3F46F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0EE3C2-760B-9B6D-DEE1-5F8B7F52FC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4715B0-C9F5-B475-CBE0-708E63237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432DC1-01EF-DF27-1A7B-6C69087CB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CA1BE2-4171-2FF3-798D-01E4938EE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AF57E0-3F70-65D8-06AC-4F67357E6C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7DD0E2-26A4-903B-49F8-8DFFF33BE6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EB2917-11B3-92CF-B290-AC22DB4218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20BB21-FCB3-A915-8C5F-C9711C3B47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AD90B9-3055-BD50-9858-BE53AFEE1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5F6DEA-92AD-FD75-5FCC-E2F45DB6D8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09B387-D4FA-457E-7ABC-A08D16864B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4574AC-96BB-22DA-860D-BC18DE83D2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C78B75-4BBB-7812-D56C-665508654B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269DBE-D5E1-947D-BF1B-967B18CFF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07E1AE-BB07-5678-96DD-C6941D3C5F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548D79D-AB8E-BE4A-9404-79E02E257AB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1CDEFA-5AE8-3939-7E22-5711702B2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EB1B750-21A5-6A4B-BA03-85AAF376FE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21D6A3-0C97-1D52-8E26-E4CBDA1CE0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4208C8-253E-3898-558B-5BDE05420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767349-5B22-F481-74DD-0E74039D56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CE4D377-5FCD-B9DA-C6D8-015593706B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63A3B7-F6AE-2212-3174-110E0B4CB0A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92218C5-9EAD-A3B7-C83B-3A2DFC40EB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3889F13-BCD3-D333-BC6D-E770193911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9FE59CE-83C9-5A44-ADDD-0DBB995FBA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3AF2E6D-CC1E-C81D-9737-B0167A6B6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9BEA61-42D4-93BF-85E6-D8BA6A1895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81B8D0D-EDA9-A2F3-CE4C-D486D8F549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6B4372-6E41-2D59-DF92-4DADD35CB4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216BED-400D-097B-9D4B-6A6AB80127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1794B0-34B9-02A2-2E22-477B31E70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BAC616-31EE-AA0C-12AB-9F12B5E74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B0DE75D-ADAF-75FD-D297-A6584CAF23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633FD5-58C4-60EA-897A-F4AEF3A9FB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887565-74FE-1FDE-5138-7975DB5A7D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B2C140B-A93E-6F5F-17FE-39259C3CF1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A00E31-31E3-5DAE-BB9E-4907335EED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2E0FDBF-710A-2408-922C-4156D25B9E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ADCEF1D-25FC-9663-2BA5-084FC7CEA3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FA56C1-5716-ED09-0A89-C944ACEE3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4A5AC5E-3B5A-D806-8085-73B4F835B22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66C2481-C602-C74D-0DD0-4AA28B5F07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6D0E457-48BA-20F2-3DD6-9FB9F598C2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95A5DA-30D5-B347-C4E9-50DB1A67F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F51310-F90C-574E-0103-B5A864AB3D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270046-286C-13B6-A744-78AB835BC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6CEA06-C2CD-A214-ED5D-E8523BB9F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CB2BEB-8FCB-0670-2CFE-1E26A15144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FBA50A-4BC4-894F-C1DE-AFE35ED68B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3F27B8-5BE6-D0CE-13AD-6A27DB510E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DABD1AF-3891-AFB4-FF04-1B8CBBC54A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3B03E6-F88D-64B0-89F5-EA87CA9E2F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4FA653-B506-DDCA-CEAA-9AD8E92B34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08203E-6A4F-5349-C753-929ADBAC96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58BDE6-C52C-8632-B7F4-529385F49E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4333f2a46004f69" /><Relationship Type="http://schemas.openxmlformats.org/officeDocument/2006/relationships/theme" Target="/ppt/slideMasters/theme/theme2.xml" Id="R8664c2e637dd475e" /><Relationship Type="http://schemas.openxmlformats.org/officeDocument/2006/relationships/slideLayout" Target="/ppt/slideLayouts/slideLayout1.xml" Id="R9e6803d3ef154069" /><Relationship Type="http://schemas.openxmlformats.org/officeDocument/2006/relationships/slideLayout" Target="/ppt/slideLayouts/slideLayout2.xml" Id="Rb271ef8562f04856" /><Relationship Type="http://schemas.openxmlformats.org/officeDocument/2006/relationships/slideLayout" Target="/ppt/slideLayouts/slideLayout3.xml" Id="R33f36abe0b0545b9" /><Relationship Type="http://schemas.openxmlformats.org/officeDocument/2006/relationships/slideLayout" Target="/ppt/slideLayouts/slideLayout4.xml" Id="R7f343b057e084520" /><Relationship Type="http://schemas.openxmlformats.org/officeDocument/2006/relationships/slideLayout" Target="/ppt/slideLayouts/slideLayout5.xml" Id="R5d8ddbf79f0942a8" /><Relationship Type="http://schemas.openxmlformats.org/officeDocument/2006/relationships/slideLayout" Target="/ppt/slideLayouts/slideLayout6.xml" Id="Rdd4db36562d740ed" /><Relationship Type="http://schemas.openxmlformats.org/officeDocument/2006/relationships/slideLayout" Target="/ppt/slideLayouts/slideLayout7.xml" Id="R58ca8a15ade04a3e" /><Relationship Type="http://schemas.openxmlformats.org/officeDocument/2006/relationships/slideLayout" Target="/ppt/slideLayouts/slideLayout8.xml" Id="Rccfee7a7f42440a3" /><Relationship Type="http://schemas.openxmlformats.org/officeDocument/2006/relationships/slideLayout" Target="/ppt/slideLayouts/slideLayout9.xml" Id="R52215f3d448b4fb2" /><Relationship Type="http://schemas.openxmlformats.org/officeDocument/2006/relationships/slideLayout" Target="/ppt/slideLayouts/slideLayout10.xml" Id="R86de8cbc9407405c" /><Relationship Type="http://schemas.openxmlformats.org/officeDocument/2006/relationships/slideLayout" Target="/ppt/slideLayouts/slideLayout11.xml" Id="Rae941e720d364cd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6F6DC2F-6178-3E98-EAA1-7B2C37FA76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D6ED71-5A9F-C5CB-B6D3-F6DDC872D3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3FF0D8-6863-5969-6044-F3671740E79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F0AF42F-F299-4645-B8C4-40A73A4F55D8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AD5659-7547-DE19-B4B8-5D817DDE4D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209AA-6DD1-8F55-DA4C-8C02E8EC5D2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00CA3EF-5823-44F1-89A6-1F32779611AB}" type="slidenum">
              <a:t>‹#›</a:t>
            </a:fld>
            <a:endParaRPr/>
          </a:p>
        </p:txBody>
      </p:sp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33f2a4600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5900"/>
            <a:ext cx="3302000" cy="390559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88A93DF-FC04-F80C-1A4A-DE893E44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317500"/>
            <a:ext cx="45466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MINISTRY OF LABOUR &amp; EMPLOYMENT | GOVERNMENT OF INDIA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5A67B93F-9D8D-4D29-882B-05CD28F7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7DE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6803d3ef154069"/>
    <p:sldLayoutId xmlns:r="http://schemas.openxmlformats.org/officeDocument/2006/relationships" id="2147483650" r:id="Rb271ef8562f04856"/>
    <p:sldLayoutId xmlns:r="http://schemas.openxmlformats.org/officeDocument/2006/relationships" id="2147483651" r:id="R33f36abe0b0545b9"/>
    <p:sldLayoutId xmlns:r="http://schemas.openxmlformats.org/officeDocument/2006/relationships" id="2147483652" r:id="R7f343b057e084520"/>
    <p:sldLayoutId xmlns:r="http://schemas.openxmlformats.org/officeDocument/2006/relationships" id="2147483653" r:id="R5d8ddbf79f0942a8"/>
    <p:sldLayoutId xmlns:r="http://schemas.openxmlformats.org/officeDocument/2006/relationships" id="2147483654" r:id="Rdd4db36562d740ed"/>
    <p:sldLayoutId xmlns:r="http://schemas.openxmlformats.org/officeDocument/2006/relationships" id="2147483655" r:id="R58ca8a15ade04a3e"/>
    <p:sldLayoutId xmlns:r="http://schemas.openxmlformats.org/officeDocument/2006/relationships" id="2147483656" r:id="Rccfee7a7f42440a3"/>
    <p:sldLayoutId xmlns:r="http://schemas.openxmlformats.org/officeDocument/2006/relationships" id="2147483657" r:id="R52215f3d448b4fb2"/>
    <p:sldLayoutId xmlns:r="http://schemas.openxmlformats.org/officeDocument/2006/relationships" id="2147483658" r:id="R86de8cbc9407405c"/>
    <p:sldLayoutId xmlns:r="http://schemas.openxmlformats.org/officeDocument/2006/relationships" id="2147483659" r:id="Rae941e720d364cd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B1F4D"/>
      </a:dk1>
      <a:lt1>
        <a:srgbClr val="FFFFFF"/>
      </a:lt1>
      <a:dk2>
        <a:srgbClr val="34328C"/>
      </a:dk2>
      <a:lt2>
        <a:srgbClr val="F4F7FB"/>
      </a:lt2>
      <a:accent1>
        <a:srgbClr val="2F64E9"/>
      </a:accent1>
      <a:accent2>
        <a:srgbClr val="34328C"/>
      </a:accent2>
      <a:accent3>
        <a:srgbClr val="B77900"/>
      </a:accent3>
      <a:accent4>
        <a:srgbClr val="C9342F"/>
      </a:accent4>
      <a:accent5>
        <a:srgbClr val="008C95"/>
      </a:accent5>
      <a:accent6>
        <a:srgbClr val="65758B"/>
      </a:accent6>
      <a:hlink>
        <a:srgbClr val="2F64E9"/>
      </a:hlink>
      <a:folHlink>
        <a:srgbClr val="34328C"/>
      </a:folHlink>
    </a:clrScheme>
    <a:fontScheme name="Office">
      <a:majorFont>
        <a:latin typeface="Arial"/>
        <a:ea typeface="Arial"/>
        <a:cs typeface="Nirmala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Arial"/>
        <a:cs typeface="Nirmala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164ac83df846d8" /><Relationship Type="http://schemas.openxmlformats.org/officeDocument/2006/relationships/image" Target="/ppt/media/image.png" Id="R4fb8911fc3434675" /><Relationship Type="http://schemas.openxmlformats.org/officeDocument/2006/relationships/notesSlide" Target="/ppt/notesSlides/notesSlide1.xml" Id="R6ffa496c6ceb4b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d4abd79ad1443c" /><Relationship Type="http://schemas.openxmlformats.org/officeDocument/2006/relationships/notesSlide" Target="/ppt/notesSlides/notesSlide2.xml" Id="R22b59938be4d40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0d179c656a4b1f" /><Relationship Type="http://schemas.openxmlformats.org/officeDocument/2006/relationships/notesSlide" Target="/ppt/notesSlides/notesSlide3.xml" Id="R98a4590e44e74c09" /></Relationships>
</file>

<file path=ppt/slides/slide1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86836C-E34A-4213-A6C8-742DB33D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8911fc3434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6" y="438912"/>
            <a:ext cx="384048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D613CDF-1E61-4C99-B2CF-C8D0A321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60020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{{TextBox_3_1}}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914CCA-0CE5-418A-99CA-1051679D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01168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11B3F"/>
                </a:solidFill>
                <a:latin typeface="Segoe UI"/>
                <a:ea typeface="Segoe UI"/>
                <a:cs typeface="Segoe UI"/>
              </a:defRPr>
            </a:pPr>
            <a:r>
              <a:t>{{TextBox_4_1}}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5A318A8-BFF0-45A0-8D0D-AA4DFC9F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3566160"/>
            <a:ext cx="10515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{{TextBox_5_1}}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687FD7-62BE-4484-9DE4-BCCFE32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892040"/>
            <a:ext cx="10744200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F422733-41CB-4174-85E7-38696ABE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5120640"/>
            <a:ext cx="107442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0E1D25-7583-4E45-90B6-BFABE97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257800"/>
            <a:ext cx="232029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85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{{TextBox_8_1}}</a:t>
            </a:r>
          </a:p>
          <a:p xmlns:a="http://schemas.openxmlformats.org/drawingml/2006/main">
            <a:pPr>
              <a:buNone/>
              <a:defRPr sz="11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{{TextBox_8_2}}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8A3C54B-68CD-4218-B8E9-86235766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866" y="5257800"/>
            <a:ext cx="232029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85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{{TextBox_9_1}}</a:t>
            </a:r>
          </a:p>
          <a:p xmlns:a="http://schemas.openxmlformats.org/drawingml/2006/main">
            <a:pPr>
              <a:buNone/>
              <a:defRPr sz="11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{{TextBox_9_2}}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20F865-B455-4D15-B033-B9403387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16" y="5257800"/>
            <a:ext cx="232029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85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{{TextBox_10_1}}</a:t>
            </a:r>
          </a:p>
          <a:p xmlns:a="http://schemas.openxmlformats.org/drawingml/2006/main">
            <a:pPr>
              <a:buNone/>
              <a:defRPr sz="11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{{TextBox_10_2}}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63F8B7-9E2C-44D6-B075-EB58DB88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1966" y="5257800"/>
            <a:ext cx="232029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  <a:defRPr sz="85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{{TextBox_11_1}}</a:t>
            </a:r>
          </a:p>
          <a:p xmlns:a="http://schemas.openxmlformats.org/drawingml/2006/main">
            <a:pPr>
              <a:buNone/>
              <a:defRPr sz="11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{{TextBox_11_2}}</a:t>
            </a:r>
          </a:p>
        </p:txBody>
      </p:sp>
    </p:spTree>
    <p:extLst>
      <p:ext uri="{BB962C8B-B14F-4D97-AF65-F5344CB8AC3E}">
        <p14:creationId xmlns:p14="http://schemas.microsoft.com/office/powerpoint/2010/main" val="341743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A75BB8C-18EF-4B66-86E5-A5B7E19E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04672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{{TextBox_1_1}}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DD5B87E-E0DB-44D0-98C0-BF2AC5E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87552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111B3F"/>
                </a:solidFill>
                <a:latin typeface="Segoe UI"/>
                <a:ea typeface="Segoe UI"/>
                <a:cs typeface="Segoe UI"/>
              </a:defRPr>
            </a:pPr>
            <a:r>
              <a:t>{{TextBox_2_1}}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962E1FB-2350-418A-A25C-CBE6503F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804672"/>
            <a:ext cx="30449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{{TextBox_3_1}}</a:t>
            </a:r>
          </a:p>
        </p:txBody>
      </p:sp>
      <p:graphicFrame>
        <p:nvGraphicFramePr>
          <p:cNvPr id="13" name="Table 4"/>
          <p:cNvGraphicFramePr/>
          <p:nvPr/>
        </p:nvGraphicFramePr>
        <p:xfrm>
          <a:off xmlns:a="http://schemas.openxmlformats.org/drawingml/2006/main" x="731520" y="1463040"/>
          <a:ext xmlns:a="http://schemas.openxmlformats.org/drawingml/2006/main" cx="10725912" cy="44805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599432"/>
                <a:gridCol w="1325880"/>
                <a:gridCol w="1325880"/>
                <a:gridCol w="1325880"/>
                <a:gridCol w="1325880"/>
              </a:tblGrid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11B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11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11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11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11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11B3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1">
                          <a:solidFill>
                            <a:srgbClr val="1D4ED8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84CB36-DF52-455C-BBF7-0A69AF98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09360"/>
            <a:ext cx="10725912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14D8384-2D19-40A7-955F-262F10F0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825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{{TextBox_6_1}}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C87EA6D-BD26-461C-BC6E-B1172136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82512"/>
            <a:ext cx="185623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{{TextBox_7_1}}</a:t>
            </a:r>
          </a:p>
        </p:txBody>
      </p:sp>
    </p:spTree>
    <p:extLst>
      <p:ext uri="{BB962C8B-B14F-4D97-AF65-F5344CB8AC3E}">
        <p14:creationId xmlns:p14="http://schemas.microsoft.com/office/powerpoint/2010/main" val="594107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C9EA3A-14E9-4965-AE94-0C29B537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04672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{{TextBox_1_1}}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0F432E-045C-48DC-A658-0AE8965B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87552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111B3F"/>
                </a:solidFill>
                <a:latin typeface="Segoe UI"/>
                <a:ea typeface="Segoe UI"/>
                <a:cs typeface="Segoe UI"/>
              </a:defRPr>
            </a:pPr>
            <a:r>
              <a:t>{{TextBox_2_1}}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62C61D-A6C5-4E12-8F5E-EE378200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804672"/>
            <a:ext cx="30449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{{TextBox_3_1}}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142254D-3373-45EE-A7E7-8F17936B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10725912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93CEE7F-06B8-49D2-A553-6981CBF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7315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75CBD1E-C94A-4D4D-B58B-51A93535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54480"/>
            <a:ext cx="10332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95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{{TextBox_6_1}}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1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{{TextBox_6_2}}</a:t>
            </a:r>
          </a:p>
          <a:p xmlns:a="http://schemas.openxmlformats.org/drawingml/2006/main">
            <a:pPr>
              <a:buNone/>
              <a:defRPr sz="85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{{TextBox_6_3}}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240C3D4-1E27-41BA-B5ED-9F823667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10725912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0762AC8-14EB-4548-9068-A8BF9625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7315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863AF8C-E20C-44B8-8D92-7C843C1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90672"/>
            <a:ext cx="10332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95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{{TextBox_9_1}}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1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{{TextBox_9_2}}</a:t>
            </a:r>
          </a:p>
          <a:p xmlns:a="http://schemas.openxmlformats.org/drawingml/2006/main">
            <a:pPr>
              <a:buNone/>
              <a:defRPr sz="85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{{TextBox_9_3}}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37D1FF3-145E-41B7-8E14-07651E27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10725912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48B3CDF-2BBF-42A7-9D4F-A978DC8C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7315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C1FC261-9B24-4E7D-91C2-0FA6A01E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26864"/>
            <a:ext cx="10332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950" b="1">
                <a:solidFill>
                  <a:srgbClr val="1D4ED8"/>
                </a:solidFill>
                <a:latin typeface="Segoe UI"/>
                <a:ea typeface="Segoe UI"/>
                <a:cs typeface="Segoe UI"/>
              </a:defRPr>
            </a:pPr>
            <a:r>
              <a:t>{{TextBox_12_1}}</a:t>
            </a:r>
          </a:p>
          <a:p xmlns:a="http://schemas.openxmlformats.org/drawingml/2006/main">
            <a:pPr>
              <a:spcAft>
                <a:spcPts val="300"/>
              </a:spcAft>
              <a:buNone/>
              <a:defRPr sz="1100" b="1">
                <a:solidFill>
                  <a:srgbClr val="0F172A"/>
                </a:solidFill>
                <a:latin typeface="Segoe UI"/>
                <a:ea typeface="Segoe UI"/>
                <a:cs typeface="Segoe UI"/>
              </a:defRPr>
            </a:pPr>
            <a:r>
              <a:t>{{TextBox_12_2}}</a:t>
            </a:r>
          </a:p>
          <a:p xmlns:a="http://schemas.openxmlformats.org/drawingml/2006/main">
            <a:pPr>
              <a:buNone/>
              <a:defRPr sz="85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{{TextBox_12_3}}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FC48F9D-F624-4041-BEF4-CC8D372B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09360"/>
            <a:ext cx="10725912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8333ED1-E460-4B89-B174-F8365719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82512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{{TextBox_14_1}}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81F7B5-5AE4-4FBB-AD57-FF10A041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82512"/>
            <a:ext cx="185623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t>{{TextBox_15_1}}</a:t>
            </a:r>
          </a:p>
        </p:txBody>
      </p:sp>
    </p:spTree>
    <p:extLst>
      <p:ext uri="{BB962C8B-B14F-4D97-AF65-F5344CB8AC3E}">
        <p14:creationId xmlns:p14="http://schemas.microsoft.com/office/powerpoint/2010/main" val="10764452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B1F4D"/>
      </a:dk1>
      <a:lt1>
        <a:srgbClr val="FFFFFF"/>
      </a:lt1>
      <a:dk2>
        <a:srgbClr val="34328C"/>
      </a:dk2>
      <a:lt2>
        <a:srgbClr val="F4F7FB"/>
      </a:lt2>
      <a:accent1>
        <a:srgbClr val="2F64E9"/>
      </a:accent1>
      <a:accent2>
        <a:srgbClr val="34328C"/>
      </a:accent2>
      <a:accent3>
        <a:srgbClr val="B77900"/>
      </a:accent3>
      <a:accent4>
        <a:srgbClr val="C9342F"/>
      </a:accent4>
      <a:accent5>
        <a:srgbClr val="008C95"/>
      </a:accent5>
      <a:accent6>
        <a:srgbClr val="65758B"/>
      </a:accent6>
      <a:hlink>
        <a:srgbClr val="2F64E9"/>
      </a:hlink>
      <a:folHlink>
        <a:srgbClr val="34328C"/>
      </a:folHlink>
    </a:clrScheme>
    <a:fontScheme name="Office">
      <a:majorFont>
        <a:latin typeface="Arial"/>
        <a:ea typeface="Arial"/>
        <a:cs typeface="Nirmala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Arial"/>
        <a:cs typeface="Nirmala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2026-09-07T10:41:27.6260000Z</dcterms:created>
  <dcterms:modified xsi:type="dcterms:W3CDTF">2026-09-07T10:41:27.6260000Z</dcterms:modified>
</coreProperties>
</file>